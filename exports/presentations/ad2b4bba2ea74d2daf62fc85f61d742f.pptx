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066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IVIDER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97280"/>
            <a:ext cx="9144000" cy="2926080"/>
          </a:xfrm>
          <a:prstGeom prst="rect">
            <a:avLst/>
          </a:prstGeom>
          <a:solidFill>
            <a:srgbClr val="0066CC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presentation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29260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Review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36576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 |  April 2026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43891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Consultify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132320" y="457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5448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will be populated from selected sources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— Board presentation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Key Messages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560320" cy="3474720"/>
          </a:xfrm>
          <a:prstGeom prst="roundRect">
            <a:avLst>
              <a:gd name="adj" fmla="val 2143"/>
            </a:avLst>
          </a:prstGeom>
          <a:solidFill>
            <a:srgbClr val="F0F4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430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1005840"/>
            <a:ext cx="2560320" cy="3474720"/>
          </a:xfrm>
          <a:prstGeom prst="roundRect">
            <a:avLst>
              <a:gd name="adj" fmla="val 2143"/>
            </a:avLst>
          </a:prstGeom>
          <a:solidFill>
            <a:srgbClr val="F0F4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11430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383280" y="1554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83280" y="196596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1005840"/>
            <a:ext cx="2560320" cy="3474720"/>
          </a:xfrm>
          <a:prstGeom prst="roundRect">
            <a:avLst>
              <a:gd name="adj" fmla="val 2143"/>
            </a:avLst>
          </a:prstGeom>
          <a:solidFill>
            <a:srgbClr val="F0F4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11430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217920" y="1554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0" y="196596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— Board presentation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Strategy workshop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559552" y="914400"/>
            <a:ext cx="3127248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— Board presentation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Next steps and decisions required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576072"/>
                <a:gridCol w="3950208"/>
                <a:gridCol w="1810512"/>
                <a:gridCol w="1892808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Deadline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priorities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 roadmap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— Board presentation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generated by Consultify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2026-04-18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Board presentation</dc:title>
  <dc:subject>Report</dc:subject>
  <dc:creator>Consultify</dc:creator>
  <cp:lastModifiedBy>Consultify</cp:lastModifiedBy>
  <cp:revision>1</cp:revision>
  <dcterms:created xsi:type="dcterms:W3CDTF">2026-04-18T21:11:40Z</dcterms:created>
  <dcterms:modified xsi:type="dcterms:W3CDTF">2026-04-18T21:11:40Z</dcterms:modified>
</cp:coreProperties>
</file>