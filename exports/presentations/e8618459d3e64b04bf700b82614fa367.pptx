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board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|  April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will be populated from selected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Messages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Strategy workshop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 and decisions required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priorities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roadmap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generated by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board deck</dc:title>
  <dc:subject>Report</dc:subject>
  <dc:creator>Consultify</dc:creator>
  <cp:lastModifiedBy>Consultify</cp:lastModifiedBy>
  <cp:revision>1</cp:revision>
  <dcterms:created xsi:type="dcterms:W3CDTF">2026-04-18T18:16:08Z</dcterms:created>
  <dcterms:modified xsi:type="dcterms:W3CDTF">2026-04-18T18:16:08Z</dcterms:modified>
</cp:coreProperties>
</file>