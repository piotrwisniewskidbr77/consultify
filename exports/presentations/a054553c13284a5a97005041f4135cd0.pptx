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06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IVIDER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9144000" cy="2926080"/>
          </a:xfrm>
          <a:prstGeom prst="rect">
            <a:avLst/>
          </a:prstGeom>
          <a:solidFill>
            <a:srgbClr val="0066CC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board deck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 |  April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Consultify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0" y="45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will be populated from selected sources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Executive board deck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Messages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0F4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0F4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8328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0F4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1792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Executive board deck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Strategy workshop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559552" y="914400"/>
            <a:ext cx="312724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Executive board deck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Next steps and decisions required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576072"/>
                <a:gridCol w="3950208"/>
                <a:gridCol w="1810512"/>
                <a:gridCol w="1892808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priorities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roadmap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Executive board deck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generated by Consultify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2026-04-18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board deck</dc:title>
  <dc:subject>Report</dc:subject>
  <dc:creator>Consultify</dc:creator>
  <cp:lastModifiedBy>Consultify</cp:lastModifiedBy>
  <cp:revision>1</cp:revision>
  <dcterms:created xsi:type="dcterms:W3CDTF">2026-04-18T21:11:41Z</dcterms:created>
  <dcterms:modified xsi:type="dcterms:W3CDTF">2026-04-18T21:11:41Z</dcterms:modified>
</cp:coreProperties>
</file>