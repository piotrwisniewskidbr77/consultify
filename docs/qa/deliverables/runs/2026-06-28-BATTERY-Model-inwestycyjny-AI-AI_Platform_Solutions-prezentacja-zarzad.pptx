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800000</c:v>
                </c:pt>
                <c:pt idx="1">
                  <c:v>878240</c:v>
                </c:pt>
                <c:pt idx="2">
                  <c:v>975034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80000</c:v>
                </c:pt>
                <c:pt idx="1">
                  <c:v>210778</c:v>
                </c:pt>
                <c:pt idx="2">
                  <c:v>343212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800000</c:v>
                </c:pt>
                <c:pt idx="1">
                  <c:v>878240</c:v>
                </c:pt>
                <c:pt idx="2">
                  <c:v>975034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80000</c:v>
                </c:pt>
                <c:pt idx="1">
                  <c:v>210778</c:v>
                </c:pt>
                <c:pt idx="2">
                  <c:v>343212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800000</c:v>
                </c:pt>
                <c:pt idx="1">
                  <c:v>878240</c:v>
                </c:pt>
                <c:pt idx="2">
                  <c:v>975034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80000</c:v>
                </c:pt>
                <c:pt idx="1">
                  <c:v>210778</c:v>
                </c:pt>
                <c:pt idx="2">
                  <c:v>343212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Platform Solutions — Wersja dla zarządu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Platform Solutions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695590" y="164592"/>
            <a:ext cx="108265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95590" y="164592"/>
            <a:ext cx="1082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 SUMMARY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Inwestycja w innowacyjną platformę AI z ogromnym potencjałem wzrostu, z uwzględnieniem realistycznych…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975 034 EUR · 343 212 EUR · 3 500 000 EUR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Platform Solutions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770571" y="164592"/>
            <a:ext cx="1007669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0571" y="164592"/>
            <a:ext cx="10076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ROZWIĄZANIE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Platforma 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Platforma 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Platform Solutions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Rynek 50 000 000 EUR (TAM); realnie zdobywalne 1 800 000 EUR (SOM)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rosnący od 800 000 do 975 034 w 3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50 000 000 EUR · 10 000 000 EUR · 1 800 000 EUR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Platform Solutions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ARR rośnie do 637 034 EUR w 2026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rosnący od 800 000 do 975 034 w 3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637 034 EUR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Platform Solutions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Przychód 975 034 EUR, EBITDA 343 212 EUR (marża 35%) w 2026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rosnący od 800 000 do 975 034 w 3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975 034 EUR · 343 212 EUR · 35%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Platform Solutions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545629" y="164592"/>
            <a:ext cx="1232611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45629" y="164592"/>
            <a:ext cx="123261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LTV/CAC 8.33 ×, payback 18 mies — ekonomika zdrowa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8.33 × · 18 mies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Platform Solutions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770571" y="164592"/>
            <a:ext cx="1007669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0571" y="164592"/>
            <a:ext cx="10076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ROZWIĄZANIE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Zespół łączy ekspertyzę doradczą z inżynierią 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Zespół łączy ekspertyzę doradczą z inżynierią 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Platform Solutions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Roadmapa do 2026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Roadmapa do 2026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Platform Solutions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Dziękujemy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 Platform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Platform Solutions — Wersja dla zarządu</dc:title>
  <dc:subject>PptxGenJS Presentation</dc:subject>
  <dc:creator>Consultify</dc:creator>
  <cp:lastModifiedBy>Consultify</cp:lastModifiedBy>
  <cp:revision>1</cp:revision>
  <dcterms:created xsi:type="dcterms:W3CDTF">2026-06-28T05:40:16Z</dcterms:created>
  <dcterms:modified xsi:type="dcterms:W3CDTF">2026-06-28T05:40:16Z</dcterms:modified>
</cp:coreProperties>
</file>