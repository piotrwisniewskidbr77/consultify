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37360"/>
            <a:ext cx="1463040" cy="7315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DBR77 Sp. z o.o. — Prezentacja inwestorska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STRESZCZENIE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DBR77 atakuje lukę między drogim konsultingiem a generycznymi narzędziami AI: Consultify dostarcza gotowe artefakty doradcze w minuty, zasilane danymi klienta, przy marży brutto &gt;80% dzięki ekstremalnie niskim kosztom inferencji. Model hybrydowy (SaaS seat + projekty doradcze) skraca CAC przez land-and-expand i naturalny upsell.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2984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92808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269 676 EUR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2346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Przychód (ost. rok)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07080" y="1783080"/>
            <a:ext cx="252984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8520" y="1892808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74 257 EUR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98520" y="2441448"/>
            <a:ext cx="2346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EBITDA (ost. rok)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5520" y="1783080"/>
            <a:ext cx="252984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6960" y="1892808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600 000 EUR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56960" y="2441448"/>
            <a:ext cx="2346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/ runda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269 676 EUR · 74 257 EUR · 600 000 EUR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Status quo jest wolny i kosztowny — to realny ból rynku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804672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9280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8 200 000 thousands EUR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8 200 000 thousands EUR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ROZWIĄZANIE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Consultify – platforma SaaS generująca materiały doradcze (prezentacje, raporty, tabele) klasy konsultingowej w oparciu o dane organizacji i tanie modele AI (OpenRouter/modele chińskie, koszt ~1/100 konkurencji)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 – platforma SaaS generująca materiały doradcze (prezentacje, raporty, tabele) klasy konsultingowej w oparciu o dane organizacji i tanie modele AI (OpenRouter/modele chińskie, koszt ~1/100 konkurencji)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RYNEK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Rynek 8 200 000 thousands EUR (TAM); realnie zdobywalne 410 000 thousands EUR (SOM)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2984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92808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8 200 000 thousands EUR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2346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07080" y="1783080"/>
            <a:ext cx="252984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8520" y="1892808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820 000 thousands EUR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98520" y="2441448"/>
            <a:ext cx="2346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5520" y="1783080"/>
            <a:ext cx="252984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6960" y="1892808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410 000 thousands EUR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56960" y="2441448"/>
            <a:ext cx="2346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8 200 000 thousands EUR · 820 000 thousands EUR · 410 000 thousands EUR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BIZNESOWY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Hybryda usługi + SaaS — dwa wzmacniające się strumienie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804672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9280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34 476 EUR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 (ost. rok)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34 476 EUR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Land-and-expand: usługi otwierają drzwi, SaaS skaluje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Land-and-expand: usługi otwierają drzwi, SaaS skaluje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PRZEWAGA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Strukturalna przewaga kosztowa = trwały moat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Strukturalna przewaga kosztowa = trwały moat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TRAKCJA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ARR rośnie do 34 476 EUR w 2027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804672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9280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34 476 EUR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 (ost. rok)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34 476 EUR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Przychód 269 676 EUR, EBITDA 74 257 EUR (marża 28%) w 2027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2984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92808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269 676 EUR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2346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Przychód (ost. rok)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07080" y="1783080"/>
            <a:ext cx="252984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8520" y="1892808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74 257 EUR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98520" y="2441448"/>
            <a:ext cx="2346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EBITDA (ost. rok)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5520" y="1783080"/>
            <a:ext cx="252984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6960" y="1892808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28%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56960" y="2441448"/>
            <a:ext cx="2346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Marża EBITDA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269 676 EUR · 74 257 EUR · 28%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645920" cy="329184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EKONOMIKA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LTV/CAC 14.96 ×, payback 8.02 mies — ekonomika zdrowa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90906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92808"/>
            <a:ext cx="37261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14.96 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37261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LTV / CAC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86300" y="1783080"/>
            <a:ext cx="390906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7740" y="1892808"/>
            <a:ext cx="37261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8.02 mies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77740" y="2441448"/>
            <a:ext cx="37261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 payback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14.96 × · 8.02 mies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ZESPÓŁ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Zespół łączy ekspertyzę doradczą z inżynierią 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Zespół łączy ekspertyzę doradczą z inżynierią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RYZYKA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Ryzyka zidentyfikowane i zmitygowane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Ryzyka zidentyfikowane i zmitygowane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560320" cy="329184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POZYSKANIE KAPITAŁU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Runda seed – 600 000 EUR. Środki przeznaczone na: 12 mies. runway produktowo-sprzedażowy, zatrudnienie 2 AE + 1 CS, development Consultify v2 (integracje ERP/BI), marketing content + konferencje branżowe (AI/digital transformation).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8046720" cy="1143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9280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600 000 EUR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44144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/ runda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600 000 EUR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Roadmapa do 2027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Roadmapa do 2027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DBR77 Sp. z o.o.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20240"/>
            <a:ext cx="1463040" cy="7315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Dziękujemy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DBR77 Sp. z o.o.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DBR77 Sp. z o.o. — Prezentacja inwestorska</dc:title>
  <dc:subject>PptxGenJS Presentation</dc:subject>
  <dc:creator>Consultify</dc:creator>
  <cp:lastModifiedBy>Consultify</cp:lastModifiedBy>
  <cp:revision>1</cp:revision>
  <dcterms:created xsi:type="dcterms:W3CDTF">2026-06-25T19:55:18Z</dcterms:created>
  <dcterms:modified xsi:type="dcterms:W3CDTF">2026-06-25T19:55:18Z</dcterms:modified>
</cp:coreProperties>
</file>