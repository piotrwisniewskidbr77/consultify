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A2A4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AI nie skaluje się dziś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9264"/>
            <a:ext cx="73152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Inicjatywy AI utykają na etapie pilotażu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1645920"/>
              </a:tblGrid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Rozproszone dane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wiarygodnego wejścia dla modeli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właściciela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Decyzje grzęzną między działami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Luka kompetencji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Zespół nie utrzymuje rozwiązań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 audytu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5137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5137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169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2026-06-28T21:18:27Z</dcterms:created>
  <dcterms:modified xsi:type="dcterms:W3CDTF">2026-06-28T21:18:27Z</dcterms:modified>
</cp:coreProperties>
</file>