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Diagnoza procesu rekrutacji ACME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Rekrutacja ACME kosztuje dwa razy za dużo czasu i pieniędzy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Diagnoza wykazała trzy krytyczne wąskie gardła w procesie rekrutacji ACME; jedna rekomendacja — wdrożenie ATS — adresuje wszystkie trzy naraz.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Time-to-hire 62 dni — dwukrotnie powyżej benchmarku branżowego wynoszącego trzydzieści jeden dni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Koszt pozyskania kandydata przekracza średnią rynkową o czterdzieści procent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Brak ustandaryzowanego lejka i jednego źródła prawdy o kandydatach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Rozproszone narzędzia — arkusze, maile, komunikatory — powodują utratę kandydatów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Menedżerowie liniowi nie mają wglądu w status ani wskaźniki jakości zatrudnień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Sześć ról otwartych ponad kwartał — realne straty produktywności zespołów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Time-to-hire wynosi 62 dni — dwukrotnie powyżej benchmarku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Najdłuższe etapy to selekcja CV (18 dni) i koordynacja rozmów (16 dni), oba w pełni automatyzowalne przez ATS z regułami i kalendarzem.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Wdrożenie ATS skraca time-to-hire o 40% w dwa kwartały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Rekomendujemy wdrożenie systemu ATS z ustandaryzowanym lejkiem, automatyczną selekcją CV i integracją kalendarza — pilotaż na jednym dziale, potem skalowanie.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Kwartał 1 — pilotaż ATS na dziale IT, standaryzacja lejka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Kwartał 2 — skalowanie na całą organizację, szkolenia menedżerów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Oczekiwany efekt — 62 → 37 dni time-to-hire, koszt −30%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Dziękujemy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Diagnoza procesu rekrutacji ACME</dc:title>
  <dc:subject>PptxGenJS Presentation</dc:subject>
  <dc:creator>PptxGenJS</dc:creator>
  <cp:lastModifiedBy>PptxGenJS</cp:lastModifiedBy>
  <cp:revision>1</cp:revision>
  <dcterms:created xsi:type="dcterms:W3CDTF">2026-07-02T14:58:12Z</dcterms:created>
  <dcterms:modified xsi:type="dcterms:W3CDTF">2026-07-02T14:58:12Z</dcterms:modified>
</cp:coreProperties>
</file>