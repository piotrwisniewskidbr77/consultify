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39000</c:v>
                </c:pt>
                <c:pt idx="1">
                  <c:v>43038</c:v>
                </c:pt>
                <c:pt idx="2">
                  <c:v>48017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6630</c:v>
                </c:pt>
                <c:pt idx="1">
                  <c:v>13170</c:v>
                </c:pt>
                <c:pt idx="2">
                  <c:v>19917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C447C"/>
            </a:solidFill>
            <a:ln w="25400" cap="flat">
              <a:solidFill>
                <a:srgbClr val="0C44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447C"/>
              </a:solidFill>
              <a:ln w="9525" cap="flat">
                <a:solidFill>
                  <a:srgbClr val="0C44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24288</c:v>
                </c:pt>
                <c:pt idx="2">
                  <c:v>24579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C447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Biznesplan inwestorski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 |  2026-06-28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gotowości średnich firm produkcyjnych do wdrożenia AI.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48 017 EUR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(ost. rok)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318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19 917 EUR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8318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(ost. rok)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24 579 EUR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(ost. rok)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514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514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300 000 EUR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514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runda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Tools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50 000 000 EUR (TAM); realnie zdobywalne 5 000 000 EUR (SOM)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drogowa wdrażania AI, ocena ROI, inicjatywy strategiczne.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Assessment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Tools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Rynek: TAM 50 000 000 EUR · SOM 5 000 000 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50 000 000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10 000 000 EUR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5 000 000 EUR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klientów × 10000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Hybryda usługi + SaaS — dwa wzmacniające się strumienie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usługi + SaaS — dwa wzmacniające się strumienie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usługi otwierają drzwi, SaaS skaluje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Przewaga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Strukturalna przewaga kosztowa = trwały moat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Przychód 48 017 EUR, EBITDA 19 917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48 017 EUR, EBITDA 19 917 EUR (marża 41%)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4773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finansowy (driver-based)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24 579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rośnie do 24 579 EUR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LTV/CAC 7.29 ×, payback 20.59 mies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7.29 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20.59 mies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318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514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514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3514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7.29 ×, payback 20.59 mies — ekonomika zdrowa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Kluczowe założenia = kluczowe ryzyka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3621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 (0.3×)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0.27–0.33×;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(1.1×)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0.99–1.21×; źródło: Net Revenue Retention benchmark for SaaS companies ~110%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 (0.08%)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0.07–0.09%;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 (0.85%)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0.77–0.94%;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(700EUR)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560–840EUR;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Roadmapa do celu finansowego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1 (2023)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39 000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6630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2 (2024)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43 038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13 170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3 (2025)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48 017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19 917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Mapa drogowa wdrażania AI, ocena ROI, inicjatywy strategiczne.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0972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inwestorski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6949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drogowa wdrażania AI, ocena ROI, inicjatywy strategiczne.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Wycena 96 031 EUR–288 102 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300 000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Załącznik: obronność założeń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założenia z wartością bazową, zakresem i źródłem (posortowane wg wpływu na wynik).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0.27–0.33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0.99–1.21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benchmark for SaaS companies ~110%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0.07–0.09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0.77–0.94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560–840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InicjatYwa AI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InicjatYwa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Biznesplan inwestorski</dc:title>
  <dc:subject>business_plan Report</dc:subject>
  <dc:creator>Consultify</dc:creator>
  <cp:lastModifiedBy>Consultify</cp:lastModifiedBy>
  <cp:revision>1</cp:revision>
  <dcterms:created xsi:type="dcterms:W3CDTF">2026-06-28T05:38:01Z</dcterms:created>
  <dcterms:modified xsi:type="dcterms:W3CDTF">2026-06-28T05:38:01Z</dcterms:modified>
</cp:coreProperties>
</file>