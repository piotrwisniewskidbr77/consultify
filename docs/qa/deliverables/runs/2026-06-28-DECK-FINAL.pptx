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 (M PLN)</c:v>
                </c:pt>
              </c:strCache>
            </c:strRef>
          </c:tx>
          <c:spPr>
            <a:solidFill>
              <a:srgbClr val="0A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(M PLN)</c:v>
                </c:pt>
              </c:strCache>
            </c:strRef>
          </c:tx>
          <c:spPr>
            <a:solidFill>
              <a:srgbClr val="0A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A2A4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54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O N F I D E N T I A 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ruchy uruchamiają 3.2M PLN rocznych korzyści z 18-mies. paybackiem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 41/100 — luka w danych i kompetencjach blokuje skalowanie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3.2MPLN/rok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rozproszone w 7 systemach bez wspólnego modelu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 na poziomie zarządu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już dziś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336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3 inicjatywy pilotażowe w Q3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Dojrzałość najwyższa w infrastrukturze, najniższa w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7462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462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Kompetencje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658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45/100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2658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2658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89350"/>
            <a:ext cx="8229600" cy="1082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domknięcia warstwy danych pozostałe inwestycje nie zwrócą się w zakładanym tempie.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filary transformacji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jako fundament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Wspólny model danych z 7 systemów to warunek każdego kolejnego kroku AI.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Właściciel i governance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potrzebuje właściciela na poziomie zarządu i jasnych zasad decyzyjnych.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Szybkie zwycięstwa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dają dowód wartości w Q4.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Przychód rośnie, ale marża pod presją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308092" cy="3456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53328" y="914400"/>
            <a:ext cx="2633472" cy="3657600"/>
          </a:xfrm>
          <a:prstGeom prst="roundRect">
            <a:avLst>
              <a:gd name="adj" fmla="val 208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53328" y="914400"/>
            <a:ext cx="54864" cy="365760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7" name="Text 4"/>
          <p:cNvSpPr/>
          <p:nvPr/>
        </p:nvSpPr>
        <p:spPr>
          <a:xfrm>
            <a:off x="6236208" y="1051560"/>
            <a:ext cx="231343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Skok przychodu 2025→2026 wymaga domknięcia warstwy danych, inaczej marża dalej spada.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370832"/>
            <a:ext cx="53080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Model finansowy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 obecny vs cel 2027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118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w 7 silosach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 ręczne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na przeczucie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 2027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Wspólny model danych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 zarządzie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2+ procesy zautomatyzowane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na danych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Przejście wymaga 4 kwartałów i 3 inicjatyw pilotażowych.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AI nie skaluje się dziś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9264"/>
            <a:ext cx="73152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Inicjatywy AI utykają na etapie pilotażu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1645920"/>
              </a:tblGrid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Rozproszone dane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wiarygodnego wejścia dla modeli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właściciela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Decyzje grzęzną między działami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Luka kompetencji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Zespół nie utrzymuje rozwiązań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Gdzie zacząć: wysoki wpływ, niski wysiłek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460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Wpływ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76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Wysiłek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969264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Szybkie zwycięstwa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1225296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225296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AUTOMATYZACJA OFERTOWANIA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86968" y="2263140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2263140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ASYSTENT DOKUMENTÓW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68596" y="914400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60036" y="969264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Duże zakłady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78324" y="1744218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5" name="Text 13"/>
          <p:cNvSpPr/>
          <p:nvPr/>
        </p:nvSpPr>
        <p:spPr>
          <a:xfrm>
            <a:off x="4878324" y="1744218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DANYCH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" y="2665476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20340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Wypełniacze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" y="3495294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3495294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FAQ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68596" y="2665476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0036" y="2720340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Przemyśleć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78324" y="3495294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4878324" y="3495294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WŁASNY LLM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pilotaży do skali w 4 kwartały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2C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Fundament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Powołanie właściciela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Konsolidacja danych z 7 systemów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Audyt gotowości procesów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lip-wrz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7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04A75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Piloty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procesy w automatyzacji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Pierwsze KPI biznesowe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Szkolenia zespołów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4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paź-gru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C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Skala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 na organizację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operacyjny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Centrum kompetencji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69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ryzyka wymagają mitygacji od startu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87552"/>
                <a:gridCol w="987552"/>
                <a:gridCol w="2880360"/>
                <a:gridCol w="1316736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Likelihood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Mitigation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Jakość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Audyt i czyszczenie przed pilotami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Opór organizacji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Komunikacja i szybkie zwycięstwa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kompetencji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Szkolenia + partner zewnętrzny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inicjatywy na start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205740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Recommendation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Wspólny model z 7 systemów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Wysoki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CRITICAL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Automatyzacja ofertowania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Pilotaż w sprzedaży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Średni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Asystent dokumentów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w back-office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Średni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 audytu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5137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5137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169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2026-06-28T21:21:16Z</dcterms:created>
  <dcterms:modified xsi:type="dcterms:W3CDTF">2026-06-28T21:21:16Z</dcterms:modified>
</cp:coreProperties>
</file>