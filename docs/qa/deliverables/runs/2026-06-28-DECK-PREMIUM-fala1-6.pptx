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3A7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AA55"/>
          </a:solidFill>
          <a:ln w="12700">
            <a:solidFill>
              <a:srgbClr val="00A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A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READINESS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Transformacja DBR77 w organizację AI-First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00400"/>
            <a:ext cx="1554480" cy="0"/>
          </a:xfrm>
          <a:prstGeom prst="line">
            <a:avLst/>
          </a:prstGeom>
          <a:noFill/>
          <a:ln w="38100">
            <a:solidFill>
              <a:srgbClr val="00A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64992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dla zarządu: od diagnozy do mierzalnej przewagi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   ·   28 czerwca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ruchy uruchamiają 3.2M PLN rocznych korzyści z 18-mies. paybackiem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Gotowość AI 41/100 — luka w danych i kompetencjach blokuje skalowanie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47088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18334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Gotowość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556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847088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18mies.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218334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556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47088"/>
            <a:ext cx="256032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3.2MPLN/rok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218334"/>
            <a:ext cx="256032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12700">
            <a:solidFill>
              <a:srgbClr val="E2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7121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rozproszone w 7 systemach bez wspólnego modelu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właściciela AI na poziomie zarządu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Dwa procesy gotowe do automatyzacji już dziś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00AA5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0599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 3 inicjatywy pilotażowe w Q3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2/5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Dojrzałość najwyższa w infrastrukturze, najniższa w danych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68/100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Infrastruktura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318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318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32/100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8318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318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38/100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0916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Kompetencje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35140" y="11430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5140" y="12344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45/100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35140" y="17967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35140" y="203454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domknięcia warstwy danych pozostałe inwestycje nie zwrócą się w zakładanym tempie.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3/5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pilotaży do skali w 4 kwartały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7F8FA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— Fundament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lip-wrz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21945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Powołanie właściciela AI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Konsolidacja danych z 7 systemów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Audyt gotowości procesów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7F8FA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144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— Piloty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paź-gru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664208"/>
            <a:ext cx="21945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procesy w automatyzacji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Pierwsze KPI biznesowe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Szkolenia zespołów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3657600"/>
          </a:xfrm>
          <a:prstGeom prst="roundRect">
            <a:avLst>
              <a:gd name="adj" fmla="val 1786"/>
            </a:avLst>
          </a:prstGeom>
          <a:solidFill>
            <a:srgbClr val="F7F8FA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91440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144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— Skala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64208"/>
            <a:ext cx="21945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Roll-out na całą organizację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operacyjny AI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lang="en-US" sz="1100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Centrum kompetencji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4/5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Decyzja zarządu w 2 tygodnie odblokowuje Q3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Deadline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Zatwierdzenie budżetu pilotaży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Zarząd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Powołanie właściciela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31.07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kwartał zwłoki to ~0.8M PLN utraconych korzyści.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— AI Readiness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· Consultify · 5/5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Dziękujemy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wygenerowany przez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28.06.2026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</dc:title>
  <dc:subject>Report</dc:subject>
  <dc:creator>Consultify</dc:creator>
  <cp:lastModifiedBy>Consultify</cp:lastModifiedBy>
  <cp:revision>1</cp:revision>
  <dcterms:created xsi:type="dcterms:W3CDTF">2026-06-28T16:22:22Z</dcterms:created>
  <dcterms:modified xsi:type="dcterms:W3CDTF">2026-06-28T16:22:22Z</dcterms:modified>
</cp:coreProperties>
</file>