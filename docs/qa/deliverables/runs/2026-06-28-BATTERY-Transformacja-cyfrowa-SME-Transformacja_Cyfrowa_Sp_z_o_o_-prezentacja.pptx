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200000</c:v>
                </c:pt>
                <c:pt idx="1">
                  <c:v>182400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50000</c:v>
                </c:pt>
                <c:pt idx="1">
                  <c:v>65299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C447C"/>
            </a:solidFill>
            <a:ln w="25400" cap="flat">
              <a:solidFill>
                <a:srgbClr val="0C44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447C"/>
              </a:solidFill>
              <a:ln w="9525" cap="flat">
                <a:solidFill>
                  <a:srgbClr val="0C44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Rok 1 (2024)</c:v>
                  </c:pt>
                  <c:pt idx="1">
                    <c:v>Rok 2 (2025)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180000</c:v>
                </c:pt>
                <c:pt idx="1">
                  <c:v>158400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C447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Biznesplan inwestorski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 |  2026-06-28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Podsumowanie Wykonawcze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Wykorzystanie technologii do automatyzacji procesów i zwiększenia efektywności operacyjnej.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182 400 EUR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(ost. rok)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318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318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65 299 EUR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8318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(ost. rok)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158 400 EUR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(ost. rok)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514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514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500 000 EUR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3514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runda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Pakiet narzędzi do zarządzania procesami operacyjnymi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2,5 mld EUR (TAM); realnie zdobywalne 13 000 000 EUR (SOM)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Poszukujemy inwestycji w wysokości 500,000 EUR na realizację strategii transformacji cyfrowej.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Pakiet narzędzi do zarządzania procesami operacyjnymi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Pakiet narzędzi do zarządzania procesami operacyjnymi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Rynek: TAM 2,5 mld EUR · SOM 13 000 000 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2,5 mld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650 000 000 EUR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13 000 000 EUR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klientów × 360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Hybryda usługi + SaaS — dwa wzmacniające się strumienie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biznesowy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Hybryda usługi + SaaS — dwa wzmacniające się strumienie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usługi otwierają drzwi, SaaS skaluje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Przewaga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Strukturalna przewaga kosztowa = trwały moat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Przychód 182 400 EUR, EBITDA 65 299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182 400 EUR, EBITDA 65 299 EUR (marża 36%) w 2025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4773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 finansowy (driver-based)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 158 400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rośnie do 158 400 EUR w 2025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LTV/CAC 1.77 ×, payback 56.47 mies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1.77 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318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56.47 mies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8318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514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514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3514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1.77 ×, payback 56.47 mies — ekonomika zdrowa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Kluczowe założenia = kluczowe ryzyka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152144"/>
                <a:gridCol w="1152144"/>
                <a:gridCol w="3621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 (0.35×)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0.32–0.39×;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(0.9×)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0.81–0.99×; źródło: Z analizy sektora SaaS przez McKinsey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 (0.12%)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0.11–0.13%;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 (0.85%)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0.77–0.94%;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(1440EUR)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1152–1728EUR; źródło: CFO review zaleca ≤1440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Roadmapa do celu finansowego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1 (2024)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200 000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50 000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2 (2025)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182 400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65 299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Poszukujemy inwestycji w wysokości 500,000 EUR na realizację strategii transformacji cyfrowej.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0972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inwestorski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69494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Poszukujemy inwestycji w wysokości 500,000 EUR na realizację strategii transformacji cyfrowej.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Wycena 361 760 EUR–1 094 400 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500 000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Załącznik: obronność założeń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założenia z wartością bazową, zakresem i źródłem (posortowane wg wpływu na wynik).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0.32–0.39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0.81–0.99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analizy sektora SaaS przez McKinsey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0.11–0.13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0.77–0.94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1440EUR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1152–1728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review zaleca ≤1440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Cyfrowa Sp. z o.o.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Transformacja Cyfrowa Sp. z o.o.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Biznesplan inwestorski</dc:title>
  <dc:subject>business_plan Report</dc:subject>
  <dc:creator>Consultify</dc:creator>
  <cp:lastModifiedBy>Consultify</cp:lastModifiedBy>
  <cp:revision>1</cp:revision>
  <dcterms:created xsi:type="dcterms:W3CDTF">2026-06-28T05:39:35Z</dcterms:created>
  <dcterms:modified xsi:type="dcterms:W3CDTF">2026-06-28T05:39:35Z</dcterms:modified>
</cp:coreProperties>
</file>