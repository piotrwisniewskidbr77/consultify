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200000</c:v>
                </c:pt>
                <c:pt idx="1">
                  <c:v>182400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50000</c:v>
                </c:pt>
                <c:pt idx="1">
                  <c:v>65299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200000</c:v>
                </c:pt>
                <c:pt idx="1">
                  <c:v>182400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50000</c:v>
                </c:pt>
                <c:pt idx="1">
                  <c:v>65299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200000</c:v>
                </c:pt>
                <c:pt idx="1">
                  <c:v>182400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50000</c:v>
                </c:pt>
                <c:pt idx="1">
                  <c:v>65299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Transformacja Cyfrowa Sp. z o.o. — Wersja dla zarządu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Wykorzystanie technologii do automatyzacji procesów i zwiększenia efektywności operacyjnej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182 400 EUR · 65 299 EUR · 500 000 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Pakiet narzędzi do zarządzania procesami operacyjnymi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Pakiet narzędzi do zarządzania procesami operacyjnymi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2,5 mld EUR (TAM); realnie zdobywalne 13 000 000 EUR (SOM)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00 000 do 182 400 w 2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 mld EUR · 650 000 000 EUR · 13 000 000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Land-and-expand: usługi otwierają drzwi, SaaS skaluje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Land-and-expand: usługi otwierają drzwi, SaaS skaluje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158 400 EUR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00 000 do 182 400 w 2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158 400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182 400 EUR, EBITDA 65 299 EUR (marża 36%)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00 000 do 182 400 w 2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182 400 EUR · 65 299 EUR · 36%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1.77 ×, payback 56.47 mies — ekonomika zdrowa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1.77 × · 56.47 mies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Cyfrowa Sp. z o.o.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Transformacja Cyfrowa Sp. z o.o.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Transformacja Cyfrowa Sp. z o.o. — Wersja dla zarządu</dc:title>
  <dc:subject>PptxGenJS Presentation</dc:subject>
  <dc:creator>Consultify</dc:creator>
  <cp:lastModifiedBy>Consultify</cp:lastModifiedBy>
  <cp:revision>1</cp:revision>
  <dcterms:created xsi:type="dcterms:W3CDTF">2026-06-28T05:39:35Z</dcterms:created>
  <dcterms:modified xsi:type="dcterms:W3CDTF">2026-06-28T05:39:35Z</dcterms:modified>
</cp:coreProperties>
</file>