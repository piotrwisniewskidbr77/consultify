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DBR77 — Biznesplan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DBR77 atakuje lukę między drogim konsultingiem a generycznymi narzędziami AI: Consultify dostarcza gotowe artefakty doradcze w minuty, zasilane danymi klienta, przy marży brutto &gt;80% dzięki ekstremalnie niskim kosztom inferencji. Model hybrydowy (SaaS seat + projekty doradcze) skraca CAC przez land-and-expand i naturalny upsell.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269 676 EUR · 74 257 EUR · 600 000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Status quo jest wolny i kosztowny — to realny ból rynku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8 200 000 thousands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Consultify – platforma SaaS generująca materiały doradcze (prezentacje, raporty, tabele) klasy konsultingowej w oparciu o dane organizacji i tanie modele AI (OpenRouter/modele chińskie, koszt ~1/100 konkurencji)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 – platforma SaaS generująca materiały doradcze (prezentacje, raporty, tabele) klasy konsultingowej w oparciu o dane organizacji i tanie modele AI (OpenRouter/modele chińskie, koszt ~1/100 konkurencji)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8 200 000 thousands EUR (TAM); realnie zdobywalne 410 000 thousands EUR (SOM)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8 200 000 thousands EUR · 820 000 thousands EUR · 410 000 thousands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Hybryda usługi + SaaS — dwa wzmacniające się strumienie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34 476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Land-and-expand: usługi otwierają drzwi, SaaS skaluje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Land-and-expand: usługi otwierają drzwi, SaaS skaluje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Strukturalna przewaga kosztowa = trwały moat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Strukturalna przewaga kosztowa = trwały moat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34 476 EUR w 2027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34 476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269 676 EUR, EBITDA 74 257 EUR (marża 28%) w 2027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269 676 EUR · 74 257 EUR · 28%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14.96 ×, payback 8.02 mies — ekonomika zdrowa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14.96 × · 8.02 mies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Zespół łączy ekspertyzę doradczą z inżynierią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łączy ekspertyzę doradczą z inżynierią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Ryzyka zidentyfikowane i zmitygowane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Ryzyka zidentyfikowane i zmitygowane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Runda seed – 600 000 EUR. Środki przeznaczone na: 12 mies. runway produktowo-sprzedażowy, zatrudnienie 2 AE + 1 CS, development Consultify v2 (integracje ERP/BI), marketing content + konferencje branżowe (AI/digital transformation).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600 000 EUR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DBR77 — Biznesplan</dc:title>
  <dc:subject>PptxGenJS Presentation</dc:subject>
  <dc:creator>Consultify</dc:creator>
  <cp:lastModifiedBy>Consultify</cp:lastModifiedBy>
  <cp:revision>1</cp:revision>
  <dcterms:created xsi:type="dcterms:W3CDTF">2026-06-25T19:47:47Z</dcterms:created>
  <dcterms:modified xsi:type="dcterms:W3CDTF">2026-06-25T19:47:47Z</dcterms:modified>
</cp:coreProperties>
</file>