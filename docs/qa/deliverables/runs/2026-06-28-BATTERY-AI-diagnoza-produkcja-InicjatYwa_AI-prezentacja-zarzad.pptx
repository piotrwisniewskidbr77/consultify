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39000</c:v>
                </c:pt>
                <c:pt idx="1">
                  <c:v>43038</c:v>
                </c:pt>
                <c:pt idx="2">
                  <c:v>48017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6630</c:v>
                </c:pt>
                <c:pt idx="1">
                  <c:v>13170</c:v>
                </c:pt>
                <c:pt idx="2">
                  <c:v>19917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39000</c:v>
                </c:pt>
                <c:pt idx="1">
                  <c:v>43038</c:v>
                </c:pt>
                <c:pt idx="2">
                  <c:v>48017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6630</c:v>
                </c:pt>
                <c:pt idx="1">
                  <c:v>13170</c:v>
                </c:pt>
                <c:pt idx="2">
                  <c:v>19917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39000</c:v>
                </c:pt>
                <c:pt idx="1">
                  <c:v>43038</c:v>
                </c:pt>
                <c:pt idx="2">
                  <c:v>48017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6630</c:v>
                </c:pt>
                <c:pt idx="1">
                  <c:v>13170</c:v>
                </c:pt>
                <c:pt idx="2">
                  <c:v>19917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InicjatYwa AI — Wersja dla zarządu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695590" y="164592"/>
            <a:ext cx="108265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5590" y="164592"/>
            <a:ext cx="1082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 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Ocena gotowości średnich firm produkcyjnych do wdrożenia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48 017 EUR · 19 917 EUR · 300 000 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Assessment Tools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Assessment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Rynek 50 000 000 EUR (TAM); realnie zdobywalne 5 000 000 EUR (SOM)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39 000 do 48 017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50 000 000 EUR · 10 000 000 EUR · 5 000 000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 rośnie do 24 579 EUR w 2025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39 000 do 48 017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24 579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Przychód 48 017 EUR, EBITDA 19 917 EUR (marża 41%) w 2025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39 000 do 48 017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48 017 EUR · 19 917 EUR · 41%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545629" y="164592"/>
            <a:ext cx="1232611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45629" y="164592"/>
            <a:ext cx="123261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LTV/CAC 7.29 ×, payback 20.59 mies — ekonomika zdrowa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7.29 × · 20.59 mies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Zespół łączy ekspertyzę doradczą z inżynierią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 łączy ekspertyzę doradczą z inżynierią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Roadmapa do 2025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 do 2025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InicjatYwa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InicjatYwa AI — Wersja dla zarządu</dc:title>
  <dc:subject>PptxGenJS Presentation</dc:subject>
  <dc:creator>Consultify</dc:creator>
  <cp:lastModifiedBy>Consultify</cp:lastModifiedBy>
  <cp:revision>1</cp:revision>
  <dcterms:created xsi:type="dcterms:W3CDTF">2026-06-28T05:38:01Z</dcterms:created>
  <dcterms:modified xsi:type="dcterms:W3CDTF">2026-06-28T05:38:01Z</dcterms:modified>
</cp:coreProperties>
</file>