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Przychód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(2023)</c:v>
                  </c:pt>
                  <c:pt idx="1">
                    <c:v>Rok 2 (2024)</c:v>
                  </c:pt>
                  <c:pt idx="2">
                    <c:v>Rok 3 (2025)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230000</c:v>
                </c:pt>
                <c:pt idx="1">
                  <c:v>228300</c:v>
                </c:pt>
                <c:pt idx="2">
                  <c:v>229361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(2023)</c:v>
                  </c:pt>
                  <c:pt idx="1">
                    <c:v>Rok 2 (2024)</c:v>
                  </c:pt>
                  <c:pt idx="2">
                    <c:v>Rok 3 (2025)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46000</c:v>
                </c:pt>
                <c:pt idx="1">
                  <c:v>75339</c:v>
                </c:pt>
                <c:pt idx="2">
                  <c:v>99543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Przychód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(2023)</c:v>
                  </c:pt>
                  <c:pt idx="1">
                    <c:v>Rok 2 (2024)</c:v>
                  </c:pt>
                  <c:pt idx="2">
                    <c:v>Rok 3 (2025)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230000</c:v>
                </c:pt>
                <c:pt idx="1">
                  <c:v>228300</c:v>
                </c:pt>
                <c:pt idx="2">
                  <c:v>229361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(2023)</c:v>
                  </c:pt>
                  <c:pt idx="1">
                    <c:v>Rok 2 (2024)</c:v>
                  </c:pt>
                  <c:pt idx="2">
                    <c:v>Rok 3 (2025)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46000</c:v>
                </c:pt>
                <c:pt idx="1">
                  <c:v>75339</c:v>
                </c:pt>
                <c:pt idx="2">
                  <c:v>99543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Przychód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(2023)</c:v>
                  </c:pt>
                  <c:pt idx="1">
                    <c:v>Rok 2 (2024)</c:v>
                  </c:pt>
                  <c:pt idx="2">
                    <c:v>Rok 3 (2025)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230000</c:v>
                </c:pt>
                <c:pt idx="1">
                  <c:v>228300</c:v>
                </c:pt>
                <c:pt idx="2">
                  <c:v>229361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(2023)</c:v>
                  </c:pt>
                  <c:pt idx="1">
                    <c:v>Rok 2 (2024)</c:v>
                  </c:pt>
                  <c:pt idx="2">
                    <c:v>Rok 3 (2025)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46000</c:v>
                </c:pt>
                <c:pt idx="1">
                  <c:v>75339</c:v>
                </c:pt>
                <c:pt idx="2">
                  <c:v>99543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4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 Transformation Solutions — Wersja dla zarządu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Transformation Solutions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695590" y="164592"/>
            <a:ext cx="108265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95590" y="164592"/>
            <a:ext cx="108265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 SUMMARY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Wprowadzenie technologii AI do średnich firm produkcyjnych znacząco podniesie efektywność operacyjną oraz…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229 361 EUR · 99 543 EUR · 500 000 EUR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Transformation Solutions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770571" y="164592"/>
            <a:ext cx="1007669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0571" y="164592"/>
            <a:ext cx="100766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ROZWIĄZANIE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Rozwiązania AI dla średnich firm produkcyjnych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Rozwiązania AI dla średnich firm produkcyjnych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Transformation Solutions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FINANSE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Rynek 50 000 000 EUR (TAM); realnie zdobywalne 3 000 000 EUR (SOM)</a:t>
            </a:r>
            <a:endParaRPr lang="en-US" sz="3000" dirty="0"/>
          </a:p>
        </p:txBody>
      </p:sp>
      <p:graphicFrame>
        <p:nvGraphicFramePr>
          <p:cNvPr id="6" name="Chart 0" descr="Wykres słupkowy „Przychód&quot; — trend malejący od 230 000 do 229 361 w 3 okresach, 2 serie."/>
          <p:cNvGraphicFramePr/>
          <p:nvPr/>
        </p:nvGraphicFramePr>
        <p:xfrm>
          <a:off x="548640" y="1920240"/>
          <a:ext cx="80467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1417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50 000 000 EUR · 10 000 000 EUR · 3 000 000 EUR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Transformation Solutions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Land-and-expand: usługi otwierają drzwi, SaaS skaluje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Land-and-expand: usługi otwierają drzwi, SaaS skaluje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Transformation Solutions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FINANSE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ARR rośnie do 157 361 EUR w 2025</a:t>
            </a:r>
            <a:endParaRPr lang="en-US" sz="3000" dirty="0"/>
          </a:p>
        </p:txBody>
      </p:sp>
      <p:graphicFrame>
        <p:nvGraphicFramePr>
          <p:cNvPr id="6" name="Chart 0" descr="Wykres słupkowy „Przychód&quot; — trend malejący od 230 000 do 229 361 w 3 okresach, 2 serie."/>
          <p:cNvGraphicFramePr/>
          <p:nvPr/>
        </p:nvGraphicFramePr>
        <p:xfrm>
          <a:off x="548640" y="1920240"/>
          <a:ext cx="80467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1417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157 361 EUR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Transformation Solutions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FINANSE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Przychód 229 361 EUR, EBITDA 99 543 EUR (marża 43%) w 2025</a:t>
            </a:r>
            <a:endParaRPr lang="en-US" sz="3000" dirty="0"/>
          </a:p>
        </p:txBody>
      </p:sp>
      <p:graphicFrame>
        <p:nvGraphicFramePr>
          <p:cNvPr id="6" name="Chart 0" descr="Wykres słupkowy „Przychód&quot; — trend malejący od 230 000 do 229 361 w 3 okresach, 2 serie."/>
          <p:cNvGraphicFramePr/>
          <p:nvPr/>
        </p:nvGraphicFramePr>
        <p:xfrm>
          <a:off x="548640" y="1920240"/>
          <a:ext cx="80467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1417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229 361 EUR · 99 543 EUR · 43%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Transformation Solutions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545629" y="164592"/>
            <a:ext cx="1232611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45629" y="164592"/>
            <a:ext cx="123261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ECONOMICS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LTV/CAC 5.67 ×, payback 14.12 mies — ekonomika zdrowa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5.67 × · 14.12 mies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Transformation Solutions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ROADMAPA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Roadmapa do 2025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Roadmapa do 2025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Transformation Solutions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44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Dziękujemy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AI Transformation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Transformation Solutions — Wersja dla zarządu</dc:title>
  <dc:subject>PptxGenJS Presentation</dc:subject>
  <dc:creator>Consultify</dc:creator>
  <cp:lastModifiedBy>Consultify</cp:lastModifiedBy>
  <cp:revision>1</cp:revision>
  <dcterms:created xsi:type="dcterms:W3CDTF">2026-06-28T05:21:27Z</dcterms:created>
  <dcterms:modified xsi:type="dcterms:W3CDTF">2026-06-28T05:21:27Z</dcterms:modified>
</cp:coreProperties>
</file>