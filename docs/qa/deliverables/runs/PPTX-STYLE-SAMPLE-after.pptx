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Dni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Selekcja CV</c:v>
                  </c:pt>
                  <c:pt idx="1">
                    <c:v>Rozmowy</c:v>
                  </c:pt>
                  <c:pt idx="2">
                    <c:v>Decyzja</c:v>
                  </c:pt>
                  <c:pt idx="3">
                    <c:v>Oferta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16</c:v>
                </c:pt>
                <c:pt idx="2">
                  <c:v>9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Time-to-hire 62 dni — dwukrotnie powyżej benchmarku branżowego wynoszącego trzydzieści jeden dni
• Koszt pozyskania kandydata przekracza średnią rynkową o czterdzieści procent
• Brak ustandaryzowanego lejka i jednego źródła prawdy o kandydatach
• Rozproszone narzędzia — arkusze, maile, komunikatory — powodują utratę kandydatów
• Menedżerowie liniowi nie mają wglądu w status ani wskaźniki jakości zatrudnień
• Sześć ról otwartych ponad kwartał — realne straty produktywności zespołówDiagnoza wykazała trzy krytyczne wąskie gardła w procesie rekrutacji ACME; jedna rekomendacja — wdrożenie ATS — adresuje wszystkie trzy naraz.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Kwartał 1 — pilotaż ATS na dziale IT, standaryzacja lejka
• Kwartał 2 — skalowanie na całą organizację, szkolenia menedżerów
• Oczekiwany efekt — 62 → 37 dni time-to-hire, koszt −30%Rekomendujemy wdrożenie systemu ATS z ustandaryzowanym lejkiem, automatyczną selekcją CV i integracją kalendarza — pilotaż na jednym dziale, potem skalowanie.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PREZENTACJA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589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Diagnoza procesu rekrutacji ACME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91840"/>
            <a:ext cx="1554480" cy="0"/>
          </a:xfrm>
          <a:prstGeom prst="line">
            <a:avLst/>
          </a:prstGeom>
          <a:noFill/>
          <a:ln w="381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5643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2026-07-02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Rekrutacja ACME kosztuje dwa razy za dużo czasu i pieniędzy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95590" y="164592"/>
            <a:ext cx="108265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5590" y="164592"/>
            <a:ext cx="10826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 SUMMARY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Time-to-hire 62 dni — dwukrotnie powyżej benchmarku branżowego…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Koszt pozyskania kandydata przekracza średnią rynkową o czterdzieści…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ustandaryzowanego lejka i jednego źródła prawdy o…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Rozproszone narzędzia — arkusze, maile, komunikatory — powodują…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Menedżerowie liniowi nie mają wglądu w status ani…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Time-to-hire wynosi 62 dni — dwukrotnie powyżej benchmarku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700" dirty="0"/>
          </a:p>
        </p:txBody>
      </p:sp>
      <p:graphicFrame>
        <p:nvGraphicFramePr>
          <p:cNvPr id="9" name="Chart 0" descr="Wykres słupkowy „Dni&quot; — trend rosnący od 18 do 19 w 4 okresach."/>
          <p:cNvGraphicFramePr/>
          <p:nvPr/>
        </p:nvGraphicFramePr>
        <p:xfrm>
          <a:off x="548640" y="1920240"/>
          <a:ext cx="80467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Najdłuższe etapy to selekcja CV (18 dni) i koordynacja rozmów (16 dni), oba w pełni automatyzowalne przez ATS z regułami i kalendarzem.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0C447C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Wdrożenie ATS skraca time-to-hire o 40% w dwa kwartały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0"/>
          </a:xfrm>
          <a:prstGeom prst="line">
            <a:avLst/>
          </a:prstGeom>
          <a:noFill/>
          <a:ln w="12700">
            <a:solidFill>
              <a:srgbClr val="E3E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164592"/>
            <a:ext cx="822960" cy="237744"/>
          </a:xfrm>
          <a:prstGeom prst="roundRect">
            <a:avLst>
              <a:gd name="adj" fmla="val 15385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Kwartał 1 — pilotaż ATS na dziale IT,…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Kwartał 2 — skalowanie na całą organizację, szkolenia…</a:t>
            </a:r>
            <a:pPr algn="l" marL="228600" indent="-2286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2C2C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Oczekiwany efekt — 62 → 37 dni time-to-hire,…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12801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PREZENTACJA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7589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Dziękujemy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95528" y="3291840"/>
            <a:ext cx="1554480" cy="0"/>
          </a:xfrm>
          <a:prstGeom prst="line">
            <a:avLst/>
          </a:prstGeom>
          <a:noFill/>
          <a:ln w="381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45643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4988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2026-07-02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449884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CONSULTIFY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ACME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Diagnoza procesu rekrutacji ACME</dc:title>
  <dc:subject>PptxGenJS Presentation</dc:subject>
  <dc:creator>Consultify</dc:creator>
  <cp:lastModifiedBy>Consultify</cp:lastModifiedBy>
  <cp:revision>1</cp:revision>
  <dcterms:created xsi:type="dcterms:W3CDTF">2026-07-02T14:58:12Z</dcterms:created>
  <dcterms:modified xsi:type="dcterms:W3CDTF">2026-07-02T14:58:12Z</dcterms:modified>
</cp:coreProperties>
</file>