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0A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gotowość 41/100 — luka w danych i kompetencjach blokuje 3.2M PLN rocznych korzyści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397764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397764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755648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47088"/>
            <a:ext cx="397764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09160" y="2218334"/>
            <a:ext cx="397764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rozproszone w 7 systemach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właściciela AI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procesy gotowe do automatyzacji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3 inicjatywy pilotażowe w 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2026-06-28T16:00:12Z</dcterms:created>
  <dcterms:modified xsi:type="dcterms:W3CDTF">2026-06-28T16:00:12Z</dcterms:modified>
</cp:coreProperties>
</file>