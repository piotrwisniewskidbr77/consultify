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Przychód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(2024)</c:v>
                  </c:pt>
                  <c:pt idx="1">
                    <c:v>Rok 2 (2025)</c:v>
                  </c:pt>
                  <c:pt idx="2">
                    <c:v>Rok 3 (2026)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680000</c:v>
                </c:pt>
                <c:pt idx="1">
                  <c:v>734592</c:v>
                </c:pt>
                <c:pt idx="2">
                  <c:v>797628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(2024)</c:v>
                  </c:pt>
                  <c:pt idx="1">
                    <c:v>Rok 2 (2025)</c:v>
                  </c:pt>
                  <c:pt idx="2">
                    <c:v>Rok 3 (2026)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95200</c:v>
                </c:pt>
                <c:pt idx="1">
                  <c:v>196724</c:v>
                </c:pt>
                <c:pt idx="2">
                  <c:v>297193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Przychód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(2024)</c:v>
                  </c:pt>
                  <c:pt idx="1">
                    <c:v>Rok 2 (2025)</c:v>
                  </c:pt>
                  <c:pt idx="2">
                    <c:v>Rok 3 (2026)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680000</c:v>
                </c:pt>
                <c:pt idx="1">
                  <c:v>734592</c:v>
                </c:pt>
                <c:pt idx="2">
                  <c:v>797628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(2024)</c:v>
                  </c:pt>
                  <c:pt idx="1">
                    <c:v>Rok 2 (2025)</c:v>
                  </c:pt>
                  <c:pt idx="2">
                    <c:v>Rok 3 (2026)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95200</c:v>
                </c:pt>
                <c:pt idx="1">
                  <c:v>196724</c:v>
                </c:pt>
                <c:pt idx="2">
                  <c:v>297193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Przychód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(2024)</c:v>
                  </c:pt>
                  <c:pt idx="1">
                    <c:v>Rok 2 (2025)</c:v>
                  </c:pt>
                  <c:pt idx="2">
                    <c:v>Rok 3 (2026)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680000</c:v>
                </c:pt>
                <c:pt idx="1">
                  <c:v>734592</c:v>
                </c:pt>
                <c:pt idx="2">
                  <c:v>797628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(2024)</c:v>
                  </c:pt>
                  <c:pt idx="1">
                    <c:v>Rok 2 (2025)</c:v>
                  </c:pt>
                  <c:pt idx="2">
                    <c:v>Rok 3 (2026)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95200</c:v>
                </c:pt>
                <c:pt idx="1">
                  <c:v>196724</c:v>
                </c:pt>
                <c:pt idx="2">
                  <c:v>297193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ICT Transform — Wersja dla zarządu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ICT Transform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695590" y="164592"/>
            <a:ext cx="108265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95590" y="164592"/>
            <a:ext cx="108265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 SUMMARY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Transformacja procesów ICT w firmach produkcyjnych poprzez audyt wydajności i wdrożenie automatyzacji…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797 628 EUR · 297 193 EUR · 1 500 000 EUR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ICT Transform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770571" y="164592"/>
            <a:ext cx="1007669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0571" y="164592"/>
            <a:ext cx="10076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ROZWIĄZANIE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Automatyzacja Procesów ICT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Automatyzacja Procesów ICT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ICT Transform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FINANSE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Rynek 1 mld EUR (TAM); realnie zdobywalne 30 000 000 EUR (SOM)</a:t>
            </a:r>
            <a:endParaRPr lang="en-US" sz="3000" dirty="0"/>
          </a:p>
        </p:txBody>
      </p:sp>
      <p:graphicFrame>
        <p:nvGraphicFramePr>
          <p:cNvPr id="6" name="Chart 0" descr="Wykres słupkowy „Przychód&quot; — trend rosnący od 680 000 do 797 628 w 3 okresach, 2 serie."/>
          <p:cNvGraphicFramePr/>
          <p:nvPr/>
        </p:nvGraphicFramePr>
        <p:xfrm>
          <a:off x="548640" y="1920240"/>
          <a:ext cx="8046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mld EUR · 200 000 000 EUR · 30 000 000 EUR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ICT Transform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FINANSE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ARR rośnie do 509 628 EUR w 2026</a:t>
            </a:r>
            <a:endParaRPr lang="en-US" sz="3000" dirty="0"/>
          </a:p>
        </p:txBody>
      </p:sp>
      <p:graphicFrame>
        <p:nvGraphicFramePr>
          <p:cNvPr id="6" name="Chart 0" descr="Wykres słupkowy „Przychód&quot; — trend rosnący od 680 000 do 797 628 w 3 okresach, 2 serie."/>
          <p:cNvGraphicFramePr/>
          <p:nvPr/>
        </p:nvGraphicFramePr>
        <p:xfrm>
          <a:off x="548640" y="1920240"/>
          <a:ext cx="8046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509 628 EUR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ICT Transform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FINANSE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Przychód 797 628 EUR, EBITDA 297 193 EUR (marża 37%) w 2026</a:t>
            </a:r>
            <a:endParaRPr lang="en-US" sz="3000" dirty="0"/>
          </a:p>
        </p:txBody>
      </p:sp>
      <p:graphicFrame>
        <p:nvGraphicFramePr>
          <p:cNvPr id="6" name="Chart 0" descr="Wykres słupkowy „Przychód&quot; — trend rosnący od 680 000 do 797 628 w 3 okresach, 2 serie."/>
          <p:cNvGraphicFramePr/>
          <p:nvPr/>
        </p:nvGraphicFramePr>
        <p:xfrm>
          <a:off x="548640" y="1920240"/>
          <a:ext cx="8046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797 628 EUR · 297 193 EUR · 37%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ICT Transform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545629" y="164592"/>
            <a:ext cx="1232611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45629" y="164592"/>
            <a:ext cx="123261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ECONOMICS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LTV/CAC 8.5 ×, payback 17.65 mies — ekonomika zdrowa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8.5 × · 17.65 mies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ICT Transform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770571" y="164592"/>
            <a:ext cx="1007669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0571" y="164592"/>
            <a:ext cx="10076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ROZWIĄZANIE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Zespół łączy ekspertyzę doradczą z inżynierią AI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Zespół łączy ekspertyzę doradczą z inżynierią AI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ICT Transform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ROADMAPA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Roadmapa do 2026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Roadmapa do 2026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ICT Transform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Dziękujemy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ICT Transform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ICT Transform — Wersja dla zarządu</dc:title>
  <dc:subject>PptxGenJS Presentation</dc:subject>
  <dc:creator>Consultify</dc:creator>
  <cp:lastModifiedBy>Consultify</cp:lastModifiedBy>
  <cp:revision>1</cp:revision>
  <dcterms:created xsi:type="dcterms:W3CDTF">2026-06-28T05:38:48Z</dcterms:created>
  <dcterms:modified xsi:type="dcterms:W3CDTF">2026-06-28T05:38:48Z</dcterms:modified>
</cp:coreProperties>
</file>