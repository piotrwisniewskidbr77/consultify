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A2A4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02 Text: Steering Committee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Committee</a:t>
            </a:r>
            <a:endParaRPr lang="en-US" sz="2800" dirty="0"/>
          </a:p>
        </p:txBody>
      </p:sp>
      <p:sp>
        <p:nvSpPr>
          <p:cNvPr id="4" name="03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" name="04 Text: ◆"/>
          <p:cNvSpPr/>
          <p:nvPr/>
        </p:nvSpPr>
        <p:spPr>
          <a:xfrm>
            <a:off x="54864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6" name="05 Text: Northwind 2027 — September 2026"/>
          <p:cNvSpPr/>
          <p:nvPr/>
        </p:nvSpPr>
        <p:spPr>
          <a:xfrm>
            <a:off x="1188720" y="1024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2027 — September 2026</a:t>
            </a:r>
            <a:endParaRPr lang="en-US" sz="1400" dirty="0"/>
          </a:p>
        </p:txBody>
      </p:sp>
      <p:sp>
        <p:nvSpPr>
          <p:cNvPr id="7" name="06 Text: Northwind 2027 — September 2026"/>
          <p:cNvSpPr/>
          <p:nvPr/>
        </p:nvSpPr>
        <p:spPr>
          <a:xfrm>
            <a:off x="1188720" y="129844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2027 — September 2026</a:t>
            </a:r>
            <a:endParaRPr lang="en-US" sz="1100" dirty="0"/>
          </a:p>
        </p:txBody>
      </p:sp>
      <p:sp>
        <p:nvSpPr>
          <p:cNvPr id="8" name="07 Text: Internal decision team — Steering Committee — September 20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decision team — Steering Committee —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02 Text: Programme Status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Status</a:t>
            </a:r>
            <a:endParaRPr lang="en-US" sz="2800" dirty="0"/>
          </a:p>
        </p:txBody>
      </p:sp>
      <p:sp>
        <p:nvSpPr>
          <p:cNvPr id="4" name="03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" name="04 Text: ◆"/>
          <p:cNvSpPr/>
          <p:nvPr/>
        </p:nvSpPr>
        <p:spPr>
          <a:xfrm>
            <a:off x="54864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6" name="05 Text: Blended OEE up 2.1pt vs."/>
          <p:cNvSpPr/>
          <p:nvPr/>
        </p:nvSpPr>
        <p:spPr>
          <a:xfrm>
            <a:off x="1188720" y="1024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OEE up 2.1pt vs.</a:t>
            </a:r>
            <a:endParaRPr lang="en-US" sz="1400" dirty="0"/>
          </a:p>
        </p:txBody>
      </p:sp>
      <p:sp>
        <p:nvSpPr>
          <p:cNvPr id="7" name="06 Text: Blended OEE up 2.1pt vs. Q2 baseline (61.4% → 63.5%)"/>
          <p:cNvSpPr/>
          <p:nvPr/>
        </p:nvSpPr>
        <p:spPr>
          <a:xfrm>
            <a:off x="1188720" y="129844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OEE up 2.1pt vs. Q2 baseline (61.4% → 63.5%)</a:t>
            </a:r>
            <a:endParaRPr lang="en-US" sz="1100" dirty="0"/>
          </a:p>
        </p:txBody>
      </p:sp>
      <p:sp>
        <p:nvSpPr>
          <p:cNvPr id="8" name="07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9" name="08 Text: ◆"/>
          <p:cNvSpPr/>
          <p:nvPr/>
        </p:nvSpPr>
        <p:spPr>
          <a:xfrm>
            <a:off x="548640" y="20116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09 Text: Warehouse Automation Wave 1 on track for…"/>
          <p:cNvSpPr/>
          <p:nvPr/>
        </p:nvSpPr>
        <p:spPr>
          <a:xfrm>
            <a:off x="1188720" y="2121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Automation Wave 1 on track for…</a:t>
            </a:r>
            <a:endParaRPr lang="en-US" sz="1400" dirty="0"/>
          </a:p>
        </p:txBody>
      </p:sp>
      <p:sp>
        <p:nvSpPr>
          <p:cNvPr id="11" name="10 Text: Warehouse Automation Wave 1 on track for Leeds go-live in November"/>
          <p:cNvSpPr/>
          <p:nvPr/>
        </p:nvSpPr>
        <p:spPr>
          <a:xfrm>
            <a:off x="1188720" y="23957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Automation Wave 1 on track for Leeds go-live in November</a:t>
            </a:r>
            <a:endParaRPr lang="en-US" sz="1100" dirty="0"/>
          </a:p>
        </p:txBody>
      </p:sp>
      <p:sp>
        <p:nvSpPr>
          <p:cNvPr id="12" name="11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3" name="12 Text: ◆"/>
          <p:cNvSpPr/>
          <p:nvPr/>
        </p:nvSpPr>
        <p:spPr>
          <a:xfrm>
            <a:off x="548640" y="31089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14" name="13 Text: Predictive Maintenance sensors installed on 60% of…"/>
          <p:cNvSpPr/>
          <p:nvPr/>
        </p:nvSpPr>
        <p:spPr>
          <a:xfrm>
            <a:off x="1188720" y="3218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sensors installed on 60% of…</a:t>
            </a:r>
            <a:endParaRPr lang="en-US" sz="1400" dirty="0"/>
          </a:p>
        </p:txBody>
      </p:sp>
      <p:sp>
        <p:nvSpPr>
          <p:cNvPr id="15" name="14 Text: Predictive Maintenance sensors installed on 60% of critical assets"/>
          <p:cNvSpPr/>
          <p:nvPr/>
        </p:nvSpPr>
        <p:spPr>
          <a:xfrm>
            <a:off x="1188720" y="349300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sensors installed on 60% of critical assets</a:t>
            </a:r>
            <a:endParaRPr lang="en-US" sz="1100" dirty="0"/>
          </a:p>
        </p:txBody>
      </p:sp>
      <p:sp>
        <p:nvSpPr>
          <p:cNvPr id="16" name="15 Text: Internal decision team — Steering Committee — September 20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decision team — Steering Committee — September 2026</a:t>
            </a:r>
            <a:endParaRPr lang="en-US" sz="900" dirty="0"/>
          </a:p>
        </p:txBody>
      </p:sp>
      <p:sp>
        <p:nvSpPr>
          <p:cNvPr id="17" name="16 Text: INTERNAL · Consultify · 2/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· Consultify · 2/6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02 Text: Warehouse Automation Update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Automation Update</a:t>
            </a:r>
            <a:endParaRPr lang="en-US" sz="2800" dirty="0"/>
          </a:p>
        </p:txBody>
      </p:sp>
      <p:sp>
        <p:nvSpPr>
          <p:cNvPr id="4" name="03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" name="04 Text: ◆"/>
          <p:cNvSpPr/>
          <p:nvPr/>
        </p:nvSpPr>
        <p:spPr>
          <a:xfrm>
            <a:off x="54864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6" name="05 Text: Conveyor and pick-to-light installation is complete on…"/>
          <p:cNvSpPr/>
          <p:nvPr/>
        </p:nvSpPr>
        <p:spPr>
          <a:xfrm>
            <a:off x="1188720" y="1024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Conveyor and pick-to-light installation is complete on…</a:t>
            </a:r>
            <a:endParaRPr lang="en-US" sz="1400" dirty="0"/>
          </a:p>
        </p:txBody>
      </p:sp>
      <p:sp>
        <p:nvSpPr>
          <p:cNvPr id="7" name="06 Text: Conveyor and pick-to-light installation is complete on 2 of 4 zones. Operator training starts week of 21 September."/>
          <p:cNvSpPr/>
          <p:nvPr/>
        </p:nvSpPr>
        <p:spPr>
          <a:xfrm>
            <a:off x="1188720" y="129844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Conveyor and pick-to-light installation is complete on 2 of 4 zones. Operator training starts week of 21 September.</a:t>
            </a:r>
            <a:endParaRPr lang="en-US" sz="1100" dirty="0"/>
          </a:p>
        </p:txBody>
      </p:sp>
      <p:sp>
        <p:nvSpPr>
          <p:cNvPr id="8" name="07 Text: Internal decision team — Steering Committee — September 20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decision team — Steering Committee — September 2026</a:t>
            </a:r>
            <a:endParaRPr lang="en-US" sz="900" dirty="0"/>
          </a:p>
        </p:txBody>
      </p:sp>
      <p:sp>
        <p:nvSpPr>
          <p:cNvPr id="9" name="08 Text: INTERNAL · Consultify · 3/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· Consultify · 3/6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02 Text: Predictive Maintenance Update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Update</a:t>
            </a:r>
            <a:endParaRPr lang="en-US" sz="2800" dirty="0"/>
          </a:p>
        </p:txBody>
      </p:sp>
      <p:sp>
        <p:nvSpPr>
          <p:cNvPr id="4" name="03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" name="04 Text: ◆"/>
          <p:cNvSpPr/>
          <p:nvPr/>
        </p:nvSpPr>
        <p:spPr>
          <a:xfrm>
            <a:off x="54864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6" name="05 Text: Rotherham Line 3 sensors are live and…"/>
          <p:cNvSpPr/>
          <p:nvPr/>
        </p:nvSpPr>
        <p:spPr>
          <a:xfrm>
            <a:off x="1188720" y="1024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Rotherham Line 3 sensors are live and…</a:t>
            </a:r>
            <a:endParaRPr lang="en-US" sz="1400" dirty="0"/>
          </a:p>
        </p:txBody>
      </p:sp>
      <p:sp>
        <p:nvSpPr>
          <p:cNvPr id="7" name="06 Text: Rotherham Line 3 sensors are live and streaming vibration data. First predictive alert caught a bearing failure 9 days b"/>
          <p:cNvSpPr/>
          <p:nvPr/>
        </p:nvSpPr>
        <p:spPr>
          <a:xfrm>
            <a:off x="1188720" y="129844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Rotherham Line 3 sensors are live and streaming vibration data. First predictive alert caught a bearing failure 9 days before it would have stopped the line.</a:t>
            </a:r>
            <a:endParaRPr lang="en-US" sz="1100" dirty="0"/>
          </a:p>
        </p:txBody>
      </p:sp>
      <p:sp>
        <p:nvSpPr>
          <p:cNvPr id="8" name="07 Text: Internal decision team — Steering Committee — September 20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decision team — Steering Committee — September 2026</a:t>
            </a:r>
            <a:endParaRPr lang="en-US" sz="900" dirty="0"/>
          </a:p>
        </p:txBody>
      </p:sp>
      <p:sp>
        <p:nvSpPr>
          <p:cNvPr id="9" name="08 Text: INTERNAL · Consultify · 4/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· Consultify · 4/6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02 Text: Risks &amp;amp; Decisions Needed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Decisions Needed</a:t>
            </a:r>
            <a:endParaRPr lang="en-US" sz="2800" dirty="0"/>
          </a:p>
        </p:txBody>
      </p:sp>
      <p:sp>
        <p:nvSpPr>
          <p:cNvPr id="4" name="03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" name="04 Text: ◆"/>
          <p:cNvSpPr/>
          <p:nvPr/>
        </p:nvSpPr>
        <p:spPr>
          <a:xfrm>
            <a:off x="54864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6" name="05 Text: Shopfloor Wi-Fi upgrade at Rotherham is 3…"/>
          <p:cNvSpPr/>
          <p:nvPr/>
        </p:nvSpPr>
        <p:spPr>
          <a:xfrm>
            <a:off x="1188720" y="1024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Shopfloor Wi-Fi upgrade at Rotherham is 3…</a:t>
            </a:r>
            <a:endParaRPr lang="en-US" sz="1400" dirty="0"/>
          </a:p>
        </p:txBody>
      </p:sp>
      <p:sp>
        <p:nvSpPr>
          <p:cNvPr id="7" name="06 Text: Shopfloor Wi-Fi upgrade at Rotherham is 3 weeks behind — needed before digital twin pilot can scale"/>
          <p:cNvSpPr/>
          <p:nvPr/>
        </p:nvSpPr>
        <p:spPr>
          <a:xfrm>
            <a:off x="1188720" y="129844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Shopfloor Wi-Fi upgrade at Rotherham is 3 weeks behind — needed before digital twin pilot can scale</a:t>
            </a:r>
            <a:endParaRPr lang="en-US" sz="1100" dirty="0"/>
          </a:p>
        </p:txBody>
      </p:sp>
      <p:sp>
        <p:nvSpPr>
          <p:cNvPr id="8" name="07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9" name="08 Text: ◆"/>
          <p:cNvSpPr/>
          <p:nvPr/>
        </p:nvSpPr>
        <p:spPr>
          <a:xfrm>
            <a:off x="548640" y="20116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09 Text: Decision needed"/>
          <p:cNvSpPr/>
          <p:nvPr/>
        </p:nvSpPr>
        <p:spPr>
          <a:xfrm>
            <a:off x="1188720" y="2121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needed</a:t>
            </a:r>
            <a:endParaRPr lang="en-US" sz="1400" dirty="0"/>
          </a:p>
        </p:txBody>
      </p:sp>
      <p:sp>
        <p:nvSpPr>
          <p:cNvPr id="11" name="10 Text: Decision needed: approve Energy Efficiency Programme budget (£410k) — see Digital Roadmap"/>
          <p:cNvSpPr/>
          <p:nvPr/>
        </p:nvSpPr>
        <p:spPr>
          <a:xfrm>
            <a:off x="1188720" y="23957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needed: approve Energy Efficiency Programme budget (£410k) — see Digital Roadmap</a:t>
            </a:r>
            <a:endParaRPr lang="en-US" sz="1100" dirty="0"/>
          </a:p>
        </p:txBody>
      </p:sp>
      <p:sp>
        <p:nvSpPr>
          <p:cNvPr id="12" name="11 Text: Internal decision team — Steering Committee — September 20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decision team — Steering Committee — September 2026</a:t>
            </a:r>
            <a:endParaRPr lang="en-US" sz="900" dirty="0"/>
          </a:p>
        </p:txBody>
      </p:sp>
      <p:sp>
        <p:nvSpPr>
          <p:cNvPr id="13" name="12 Text: INTERNAL · Consultify · 5/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· Consultify · 5/6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02 Text: Next Steps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03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" name="04 Text: ◆"/>
          <p:cNvSpPr/>
          <p:nvPr/>
        </p:nvSpPr>
        <p:spPr>
          <a:xfrm>
            <a:off x="548640" y="914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6" name="05 Text: Confirm Rotherham Wi-Fi upgrade timeline by 20…"/>
          <p:cNvSpPr/>
          <p:nvPr/>
        </p:nvSpPr>
        <p:spPr>
          <a:xfrm>
            <a:off x="1188720" y="1024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Rotherham Wi-Fi upgrade timeline by 20…</a:t>
            </a:r>
            <a:endParaRPr lang="en-US" sz="1400" dirty="0"/>
          </a:p>
        </p:txBody>
      </p:sp>
      <p:sp>
        <p:nvSpPr>
          <p:cNvPr id="7" name="06 Text: Confirm Rotherham Wi-Fi upgrade timeline by 20 September"/>
          <p:cNvSpPr/>
          <p:nvPr/>
        </p:nvSpPr>
        <p:spPr>
          <a:xfrm>
            <a:off x="1188720" y="129844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Rotherham Wi-Fi upgrade timeline by 20 September</a:t>
            </a:r>
            <a:endParaRPr lang="en-US" sz="1100" dirty="0"/>
          </a:p>
        </p:txBody>
      </p:sp>
      <p:sp>
        <p:nvSpPr>
          <p:cNvPr id="8" name="07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9" name="08 Text: ◆"/>
          <p:cNvSpPr/>
          <p:nvPr/>
        </p:nvSpPr>
        <p:spPr>
          <a:xfrm>
            <a:off x="548640" y="20116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09 Text: Steering Committee decision on Energy Efficiency Programme…"/>
          <p:cNvSpPr/>
          <p:nvPr/>
        </p:nvSpPr>
        <p:spPr>
          <a:xfrm>
            <a:off x="1188720" y="2121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Committee decision on Energy Efficiency Programme…</a:t>
            </a:r>
            <a:endParaRPr lang="en-US" sz="1400" dirty="0"/>
          </a:p>
        </p:txBody>
      </p:sp>
      <p:sp>
        <p:nvSpPr>
          <p:cNvPr id="11" name="10 Text: Steering Committee decision on Energy Efficiency Programme budget"/>
          <p:cNvSpPr/>
          <p:nvPr/>
        </p:nvSpPr>
        <p:spPr>
          <a:xfrm>
            <a:off x="1188720" y="239572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Committee decision on Energy Efficiency Programme budget</a:t>
            </a:r>
            <a:endParaRPr lang="en-US" sz="1100" dirty="0"/>
          </a:p>
        </p:txBody>
      </p:sp>
      <p:sp>
        <p:nvSpPr>
          <p:cNvPr id="12" name="11 Decorative: layout accent">
            <a:extLst>
              <a:ext uri="{FF2B5EF4-FFF2-40B4-BE49-F238E27FC236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3" name="12 Text: ◆"/>
          <p:cNvSpPr/>
          <p:nvPr/>
        </p:nvSpPr>
        <p:spPr>
          <a:xfrm>
            <a:off x="548640" y="31089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2400" dirty="0"/>
          </a:p>
        </p:txBody>
      </p:sp>
      <p:sp>
        <p:nvSpPr>
          <p:cNvPr id="14" name="13 Text: Next review"/>
          <p:cNvSpPr/>
          <p:nvPr/>
        </p:nvSpPr>
        <p:spPr>
          <a:xfrm>
            <a:off x="1188720" y="3218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review</a:t>
            </a:r>
            <a:endParaRPr lang="en-US" sz="1400" dirty="0"/>
          </a:p>
        </p:txBody>
      </p:sp>
      <p:sp>
        <p:nvSpPr>
          <p:cNvPr id="15" name="14 Text: Next review: 8 October 2026"/>
          <p:cNvSpPr/>
          <p:nvPr/>
        </p:nvSpPr>
        <p:spPr>
          <a:xfrm>
            <a:off x="1188720" y="349300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review: 8 October 2026</a:t>
            </a:r>
            <a:endParaRPr lang="en-US" sz="1100" dirty="0"/>
          </a:p>
        </p:txBody>
      </p:sp>
      <p:sp>
        <p:nvSpPr>
          <p:cNvPr id="16" name="15 Text: Internal decision team — Steering Committee — September 202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decision team — Steering Committee — September 2026</a:t>
            </a:r>
            <a:endParaRPr lang="en-US" sz="900" dirty="0"/>
          </a:p>
        </p:txBody>
      </p:sp>
      <p:sp>
        <p:nvSpPr>
          <p:cNvPr id="17" name="16 Text: INTERNAL · Consultify · 6/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· Consultify · 6/6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Internal decision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Steering Committee — September 2026</dc:title>
  <dc:subject>Report</dc:subject>
  <dc:creator>Consultify</dc:creator>
  <cp:lastModifiedBy>Consultify</cp:lastModifiedBy>
  <cp:revision>1</cp:revision>
  <dcterms:created xsi:type="dcterms:W3CDTF">2026-09-16T11:03:25Z</dcterms:created>
  <dcterms:modified xsi:type="dcterms:W3CDTF">2026-09-16T11:03:25Z</dcterms:modified>
</cp:coreProperties>
</file>