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+mn-lt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+mn-lt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+mn-lt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+mn-lt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+mn-lt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+mn-lt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+mn-lt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+mn-lt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+mn-lt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51560" y="1353312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80" kern="0" dirty="0">
                <a:solidFill>
                  <a:srgbClr val="7FA8F5"/>
                </a:solidFill>
              </a:rPr>
              <a:t>BOARD DECK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051560" y="1783080"/>
            <a:ext cx="8961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</a:rPr>
              <a:t>Atelier Forward — Board Readout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1051560" y="3054096"/>
            <a:ext cx="1645920" cy="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33375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4E6"/>
                </a:solidFill>
              </a:rPr>
              <a:t>A focused decision brief for the next operating cycle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C0"/>
                </a:solidFill>
              </a:rPr>
              <a:t>2026-09-16 · Prepared by Consultify · DBR77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674352" y="658368"/>
            <a:ext cx="1463040" cy="384048"/>
          </a:xfrm>
          <a:prstGeom prst="rect">
            <a:avLst/>
          </a:prstGeom>
          <a:solidFill>
            <a:srgbClr val="2134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[CLIENT LOGO]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051560" y="598932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40" kern="0" dirty="0">
                <a:solidFill>
                  <a:srgbClr val="8FA3C0"/>
                </a:solidFill>
              </a:rPr>
              <a:t>INTERNAL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329184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2563EB"/>
                </a:solidFill>
              </a:rPr>
              <a:t>DECK BUILDER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49808" y="5943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B2A41"/>
                </a:solidFill>
              </a:rPr>
              <a:t>What changed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9808" y="1124712"/>
            <a:ext cx="10744200" cy="0"/>
          </a:xfrm>
          <a:prstGeom prst="line">
            <a:avLst/>
          </a:prstGeom>
          <a:noFill/>
          <a:ln w="10160">
            <a:solidFill>
              <a:srgbClr val="D8DE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417320"/>
            <a:ext cx="10378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1828"/>
                </a:solidFill>
              </a:rPr>
              <a:t>Demand is concentrated in two priority segments.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1828"/>
                </a:solidFill>
              </a:rPr>
              <a:t>Delivery reliability improved while quality held.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1828"/>
                </a:solidFill>
              </a:rPr>
              <a:t>The next gate requires an accountable owner.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1828"/>
                </a:solidFill>
              </a:rPr>
              <a:t>Measure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1828"/>
                </a:solidFill>
              </a:rPr>
              <a:t>Current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1828"/>
                </a:solidFill>
              </a:rPr>
              <a:t>Delivery reliability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1828"/>
                </a:solidFill>
              </a:rPr>
              <a:t>92%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1828"/>
                </a:solidFill>
              </a:rPr>
              <a:t>Priority segments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1828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68680" y="5349240"/>
            <a:ext cx="10378440" cy="658368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5349240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5449824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20" kern="0" dirty="0">
                <a:solidFill>
                  <a:srgbClr val="2563EB"/>
                </a:solidFill>
              </a:rPr>
              <a:t>SO WHAT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97280" y="5623560"/>
            <a:ext cx="9829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1828"/>
                </a:solidFill>
              </a:rPr>
              <a:t>The operating model is ready for a controlled next step.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49808" y="6400800"/>
            <a:ext cx="10744200" cy="0"/>
          </a:xfrm>
          <a:prstGeom prst="line">
            <a:avLst/>
          </a:prstGeom>
          <a:noFill/>
          <a:ln w="6350">
            <a:solidFill>
              <a:srgbClr val="D8D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6492240"/>
            <a:ext cx="8961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Consultify · Atelier Toys · Internal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698480" y="6492240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slide 2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749808" y="6199632"/>
            <a:ext cx="8686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Source: Operating review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329184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2563EB"/>
                </a:solidFill>
              </a:rPr>
              <a:t>DECISION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49808" y="5943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B2A41"/>
                </a:solidFill>
              </a:rPr>
              <a:t>Decision required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9808" y="1124712"/>
            <a:ext cx="10744200" cy="0"/>
          </a:xfrm>
          <a:prstGeom prst="line">
            <a:avLst/>
          </a:prstGeom>
          <a:noFill/>
          <a:ln w="10160">
            <a:solidFill>
              <a:srgbClr val="D8DE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4069080"/>
            <a:ext cx="10378440" cy="114300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4069080"/>
            <a:ext cx="73152" cy="1143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431596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2563EB"/>
                </a:solidFill>
              </a:rPr>
              <a:t>RECOMMENDATION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115568" y="4599432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</a:rPr>
              <a:t>Start with the two priority segments and review after 30 days.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" y="6400800"/>
            <a:ext cx="10744200" cy="0"/>
          </a:xfrm>
          <a:prstGeom prst="line">
            <a:avLst/>
          </a:prstGeom>
          <a:noFill/>
          <a:ln w="6350">
            <a:solidFill>
              <a:srgbClr val="D8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6492240"/>
            <a:ext cx="8961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Consultify · Atelier Toys · Internal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698480" y="6492240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slide 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749808" y="6199632"/>
            <a:ext cx="8686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667085"/>
                </a:solidFill>
              </a:rPr>
              <a:t>Source: Steering note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+mn-lt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+mn-lt"/>
        <a:font script="Hebr" typeface="+mn-lt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+mn-lt"/>
        <a:font script="Uigh" typeface="Microsoft Uighur"/>
        <a:font script="Geor" typeface="Sylfaen"/>
        <a:font script="Armn" typeface="+mn-lt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Consultify · DBR77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Atelier Forward — Board Readout</dc:title>
  <dc:subject>Atelier Forward — Board Readout</dc:subject>
  <dc:creator>Consultify Deck Builder</dc:creator>
  <cp:lastModifiedBy>Consultify Deck Builder</cp:lastModifiedBy>
  <cp:revision>1</cp:revision>
  <dcterms:created xsi:type="dcterms:W3CDTF">2026-09-16T21:47:55Z</dcterms:created>
  <dcterms:modified xsi:type="dcterms:W3CDTF">2026-09-16T21:47:55Z</dcterms:modified>
</cp:coreProperties>
</file>