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35331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7FA8F5"/>
                </a:solidFill>
              </a:rPr>
              <a:t>BOARD DECK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51560" y="178308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Northwind Q3 Steering Deck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51560" y="3054096"/>
            <a:ext cx="164592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337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6"/>
                </a:solidFill>
              </a:rPr>
              <a:t>A focused plan to recover delivery confidence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0"/>
                </a:solidFill>
              </a:rPr>
              <a:t>2026-09-16 · Prepared by Consultify · DBR77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74352" y="658368"/>
            <a:ext cx="1463040" cy="384048"/>
          </a:xfrm>
          <a:prstGeom prst="rect">
            <a:avLst/>
          </a:prstGeom>
          <a:solidFill>
            <a:srgbClr val="2134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[CLIENT LOGO]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51560" y="5989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8FA3C0"/>
                </a:solidFill>
              </a:rPr>
              <a:t>INTERNAL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DECK BUILDER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Recovery is measurable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10378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828"/>
                </a:solidFill>
              </a:rPr>
              <a:t>Protect the committed customer milestones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1828"/>
                </a:solidFill>
              </a:rPr>
              <a:t>Measure weekly capacity by person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1828"/>
                </a:solidFill>
              </a:rPr>
              <a:t>Escalate blockers with named owners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5349240"/>
            <a:ext cx="10378440" cy="658368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534924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4498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2563EB"/>
                </a:solidFill>
              </a:rPr>
              <a:t>SO WHAT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97280" y="5623560"/>
            <a:ext cx="9829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The next four weeks prioritize throughput and evidence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Traders · Internal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2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49808" y="6199632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Source: Northwind steering snapshot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DECISION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Approve the recovery sequence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4069080"/>
            <a:ext cx="10378440" cy="1143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406908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43159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2563EB"/>
                </a:solidFill>
              </a:rPr>
              <a:t>RECOMMENDATION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15568" y="459943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</a:rPr>
              <a:t>Approve the four-week recovery sequence and review progress every Friday.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Traders · Internal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3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49808" y="6199632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Source: Northwind decision log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+mn-l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+mn-lt"/>
        <a:font script="Hebr" typeface="+mn-l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+mn-lt"/>
        <a:font script="Uigh" typeface="Microsoft Uighur"/>
        <a:font script="Geor" typeface="Sylfaen"/>
        <a:font script="Armn" typeface="+mn-l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Consultify · 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Q3 Steering Deck</dc:title>
  <dc:subject>Northwind Q3 Steering Deck</dc:subject>
  <dc:creator>Consultify Deck Builder</dc:creator>
  <cp:lastModifiedBy>Consultify Deck Builder</cp:lastModifiedBy>
  <cp:revision>1</cp:revision>
  <dcterms:created xsi:type="dcterms:W3CDTF">2026-09-16T18:41:33Z</dcterms:created>
  <dcterms:modified xsi:type="dcterms:W3CDTF">2026-09-16T18:41:33Z</dcterms:modified>
</cp:coreProperties>
</file>