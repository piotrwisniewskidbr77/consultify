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35331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7FA8F5"/>
                </a:solidFill>
              </a:rPr>
              <a:t>BOARD DECK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51560" y="178308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Risk management proof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51560" y="3054096"/>
            <a:ext cx="1645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337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6"/>
                </a:solidFill>
              </a:rPr>
              <a:t>Native table with preserved narrative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0"/>
                </a:solidFill>
              </a:rPr>
              <a:t>2026-09-17 · Prepared by Consultify · DBR77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74352" y="658368"/>
            <a:ext cx="1463040" cy="384048"/>
          </a:xfrm>
          <a:prstGeom prst="rect">
            <a:avLst/>
          </a:prstGeom>
          <a:solidFill>
            <a:srgbClr val="2134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[CLIENT LOGO]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5989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8FA3C0"/>
                </a:solidFill>
              </a:rPr>
              <a:t>INTERNAL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DECK BUILDER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Risks and mitigations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0759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Risk exposure remains manageable with named owners.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Three controls protect the value case.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993392"/>
          <a:ext cx="10378440" cy="914400"/>
        </p:xfrm>
        <a:graphic>
          <a:graphicData uri="http://schemas.openxmlformats.org/drawingml/2006/table">
            <a:tbl>
              <a:tblPr/>
              <a:tblGrid>
                <a:gridCol w="2594610"/>
                <a:gridCol w="2594610"/>
                <a:gridCol w="2594610"/>
                <a:gridCol w="259461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Exposure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Adoption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Role-based enablement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Business owner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Controls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Human review and audit trail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Risk owner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Value leakage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Monthly benefit validation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Finance owner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5349240"/>
            <a:ext cx="10378440" cy="658368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534924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54498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2563EB"/>
                </a:solidFill>
              </a:rPr>
              <a:t>SO WHAT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097280" y="5623560"/>
            <a:ext cx="9829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Mitigate adoption and control risk before scaling.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Internal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+mn-l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+mn-lt"/>
        <a:font script="Hebr" typeface="+mn-l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+mn-lt"/>
        <a:font script="Uigh" typeface="Microsoft Uighur"/>
        <a:font script="Geor" typeface="Sylfaen"/>
        <a:font script="Armn" typeface="+mn-l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Consultify · 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proof</dc:title>
  <dc:subject>Risk management proof</dc:subject>
  <dc:creator>Consultify Deck Builder</dc:creator>
  <cp:lastModifiedBy>Consultify Deck Builder</cp:lastModifiedBy>
  <cp:revision>1</cp:revision>
  <dcterms:created xsi:type="dcterms:W3CDTF">2026-09-17T13:51:01Z</dcterms:created>
  <dcterms:modified xsi:type="dcterms:W3CDTF">2026-09-17T13:51:01Z</dcterms:modified>
</cp:coreProperties>
</file>