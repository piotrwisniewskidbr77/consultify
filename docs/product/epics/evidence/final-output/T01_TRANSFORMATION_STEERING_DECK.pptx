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34890"/>
            <a:ext cx="91440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A2A4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34890"/>
            <a:ext cx="91440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PREZENTACJA STRATEGICZNA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zakończona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E9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transformation plan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   ·   2026-08-08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54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O U F N E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dowiózł proces, nie tylko dokument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approval handoff lead 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8229600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275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Zadania 3/3</a:t>
            </a:r>
            <a:endParaRPr lang="en-US" sz="1300" dirty="0"/>
          </a:p>
          <a:p>
            <a:pPr>
              <a:spcAft>
                <a:spcPts val="4275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Kamienie milowe 3/3</a:t>
            </a:r>
            <a:endParaRPr lang="en-US" sz="1300" dirty="0"/>
          </a:p>
          <a:p>
            <a:pPr>
              <a:spcAft>
                <a:spcPts val="4275"/>
              </a:spcAft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Korzyści 1/1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0E9F6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Utrzymać monitoring korzyści.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org-t01-i03 — Raport końcowy transformacji — tc-t01-i03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 · Consultify · 2/7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34890"/>
            <a:ext cx="91440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Jeden Case zachował ciągłość</a:t>
            </a:r>
            <a:endParaRPr lang="en-US" sz="2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odkrycia do trwałej wartości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76272" y="3154680"/>
            <a:ext cx="658368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ADF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Odkrywanie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Pomysły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Wywiady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Etapy 1–4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3154680"/>
            <a:ext cx="658368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CE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204A75"/>
          </a:solidFill>
          <a:ln w="12700">
            <a:solidFill>
              <a:srgbClr val="204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Synteza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Inicjatywa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Finanse/KPI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04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4A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Etapy 5–8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3154680"/>
            <a:ext cx="658368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FE7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6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35699B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914400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Dostarczenie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682496"/>
            <a:ext cx="219456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Mobilizacja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Wykonanie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Korzyści</a:t>
            </a:r>
            <a:endParaRPr lang="en-US" sz="1100" dirty="0"/>
          </a:p>
          <a:p>
            <a:pPr>
              <a:spcAft>
                <a:spcPts val="3646"/>
              </a:spcAft>
            </a:pPr>
            <a:r>
              <a:rPr lang="en-US" sz="11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Trwałość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18795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1879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69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Etapy 9–14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org-t01-i03 — Raport końcowy transformacji — tc-t01-i03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 · Consultify · 3/7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34890"/>
            <a:ext cx="91440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Realizacja została zakończona i odebrana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 końcowy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2752344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51076"/>
            <a:ext cx="2377440" cy="128016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1043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Zadania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752344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751076"/>
            <a:ext cx="2377440" cy="128016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31043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Kamienie milowe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2752344"/>
          </a:xfrm>
          <a:prstGeom prst="roundRect">
            <a:avLst>
              <a:gd name="adj" fmla="val 2143"/>
            </a:avLst>
          </a:prstGeom>
          <a:solidFill>
            <a:srgbClr val="F6F8FB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51076"/>
            <a:ext cx="2377440" cy="128016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1043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Korzyści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6966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approval handoff lead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org-t01-i03 — Raport końcowy transformacji — tc-t01-i03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 · Consultify · 4/7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34890"/>
            <a:ext cx="91440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Korzyść roczna osiągnęła 93.3% prognozy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035808"/>
          </a:xfrm>
          <a:prstGeom prst="roundRect">
            <a:avLst>
              <a:gd name="adj" fmla="val 150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finansowy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CAPEX: 800 000 PLN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37232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OPEX roczny: 120 000 PLN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11424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Korzyść roczna: 900 000 PLN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977640" cy="3035808"/>
          </a:xfrm>
          <a:prstGeom prst="roundRect">
            <a:avLst>
              <a:gd name="adj" fmla="val 150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144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35699B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Wynik zweryfikowany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463040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Wynik rzeczywisty: 840 000 PLN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237232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Realizacja planu: 93.3%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011424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analizy: ZATWIERDZONA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Wartość została oparta na wyniku rzeczywistym, nie tylko na statusie zakończenia.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org-t01-i03 — Raport końcowy transformacji — tc-t01-i03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 · Consultify · 5/7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34890"/>
            <a:ext cx="91440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lead time osiągnął cel</a:t>
            </a:r>
            <a:endParaRPr lang="en-US" sz="2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utrzymał wynik przez 31 dni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035808"/>
          </a:xfrm>
          <a:prstGeom prst="roundRect">
            <a:avLst>
              <a:gd name="adj" fmla="val 150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Definicja KPI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Baza: 8 dni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37232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Cel: 3 dni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11424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Mniej znaczy lepiej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977640" cy="3035808"/>
          </a:xfrm>
          <a:prstGeom prst="roundRect">
            <a:avLst>
              <a:gd name="adj" fmla="val 1506"/>
            </a:avLst>
          </a:prstGeom>
          <a:solidFill>
            <a:srgbClr val="F6F8FB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144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35699B"/>
          </a:solidFill>
          <a:ln w="12700">
            <a:solidFill>
              <a:srgbClr val="3569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Wynik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463040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dni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237232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 osiągnięty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011424"/>
            <a:ext cx="3429000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zweryfikowane pomiary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0A2A4E"/>
          </a:solidFill>
          <a:ln w="12700">
            <a:solidFill>
              <a:srgbClr val="0A2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Trwałość potwierdzona w niezależnym oknie 31 dni.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org-t01-i03 — Raport końcowy transformacji — tc-t01-i03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 · Consultify · 6/7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34890"/>
            <a:ext cx="91440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 dowodowy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v24; plan tp-t01-i03; facts SHA-256 a65bbccf3fac372619601c3084937538dce7e546d89a3441e5feb2730462d75c.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org-t01-i03 — Raport końcowy transformacji — tc-t01-i03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4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 · Consultify · 7/7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834890"/>
            <a:ext cx="91440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Dziękujemy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E9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wygenerowany przez Consultify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2026-08-08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41696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POUFNE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org-t01-i03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Raport końcowy transformacji — tc-t01-i03</dc:title>
  <dc:subject>Report</dc:subject>
  <dc:creator>Consultify</dc:creator>
  <cp:lastModifiedBy>Consultify</cp:lastModifiedBy>
  <cp:revision>1</cp:revision>
  <dcterms:created xsi:type="dcterms:W3CDTF">2026-08-08T07:08:12Z</dcterms:created>
  <dcterms:modified xsi:type="dcterms:W3CDTF">2026-08-08T07:08:12Z</dcterms:modified>
</cp:coreProperties>
</file>