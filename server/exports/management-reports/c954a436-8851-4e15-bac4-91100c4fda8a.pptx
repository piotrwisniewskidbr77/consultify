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Updated 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Title: Updated 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Type: TEAM_MEETING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Scope: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Period: 2026-01-19 - 2026-01-26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Decisions Required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None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Executive Narrative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Test Project delivered 0 tasks with 0 blockers.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2026-01-26T16:30:09Z</dcterms:created>
  <dcterms:modified xsi:type="dcterms:W3CDTF">2026-01-26T16:30:09Z</dcterms:modified>
</cp:coreProperties>
</file>