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11430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Updated Title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Title: Updated Title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Type: TEAM_MEETING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Scope: PROJECT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66666"/>
                </a:solidFill>
              </a:rPr>
              <a:t>Period: 2026-01-19 - 2026-01-26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Decisions Required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9728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None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Executive Narrative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46304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Test Project delivered 0 tasks with 0 blockers.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2026-01-26T16:36:13Z</dcterms:created>
  <dcterms:modified xsi:type="dcterms:W3CDTF">2026-01-26T16:36:13Z</dcterms:modified>
</cp:coreProperties>
</file>