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" y="135331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7FA8F5"/>
                </a:solidFill>
              </a:rPr>
              <a:t>BOARD DECK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51560" y="1783080"/>
            <a:ext cx="8961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Board decision brief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1051560" y="3054096"/>
            <a:ext cx="164592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33375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6"/>
                </a:solidFill>
              </a:rPr>
              <a:t>Funding decision for the shared data foundation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67588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0"/>
                </a:solidFill>
              </a:rPr>
              <a:t>2026-09-19 · Prepared by Consultify · DBR77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74352" y="658368"/>
            <a:ext cx="1463040" cy="384048"/>
          </a:xfrm>
          <a:prstGeom prst="rect">
            <a:avLst/>
          </a:prstGeom>
          <a:solidFill>
            <a:srgbClr val="2134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[CLIENT LOGO]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051560" y="5989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40" kern="0" dirty="0">
                <a:solidFill>
                  <a:srgbClr val="8FA3C0"/>
                </a:solidFill>
              </a:rPr>
              <a:t>INTERNAL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2918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563EB"/>
                </a:solidFill>
              </a:rPr>
              <a:t>DECISION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49808" y="594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A41"/>
                </a:solidFill>
              </a:rPr>
              <a:t>Do we fund the shared data foundation first?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9808" y="1124712"/>
            <a:ext cx="1074420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10378440" cy="2331720"/>
          </a:xfrm>
          <a:prstGeom prst="rect">
            <a:avLst/>
          </a:prstGeom>
          <a:solidFill>
            <a:srgbClr val="DCE6F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4712" y="16642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2563EB"/>
                </a:solidFill>
              </a:rPr>
              <a:t>OPTION A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4712" y="2011680"/>
            <a:ext cx="9829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</a:rPr>
              <a:t>Data foundation first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4712" y="2706624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01828"/>
                </a:solidFill>
              </a:rPr>
              <a:t>Sequence MES and the shared data layer before automation.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" y="2432304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£410k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738360" y="1618488"/>
            <a:ext cx="118872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RECOMMENDED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868680" y="4069080"/>
            <a:ext cx="10378440" cy="1143000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406908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43159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2563EB"/>
                </a:solidFill>
              </a:rPr>
              <a:t>RECOMMENDATION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115568" y="459943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</a:rPr>
              <a:t>Approve the controlled option and keep the automation envelope unchanged.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808" y="6400800"/>
            <a:ext cx="1074420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6492240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Consultify · Northwind Manufacturing Ltd. · Internal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0698480" y="649224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slide 2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749808" y="6199632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Source: Northwind investment review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+mn-l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+mn-lt"/>
        <a:font script="Hebr" typeface="+mn-l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+mn-lt"/>
        <a:font script="Uigh" typeface="Microsoft Uighur"/>
        <a:font script="Geor" typeface="Sylfaen"/>
        <a:font script="Armn" typeface="+mn-l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Consultify · DBR77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decision brief</dc:title>
  <dc:subject>Board decision brief</dc:subject>
  <dc:creator>Consultify Deck Builder</dc:creator>
  <cp:lastModifiedBy>Consultify Deck Builder</cp:lastModifiedBy>
  <cp:revision>1</cp:revision>
  <dcterms:created xsi:type="dcterms:W3CDTF">2026-09-19T12:13:03Z</dcterms:created>
  <dcterms:modified xsi:type="dcterms:W3CDTF">2026-09-19T12:13:03Z</dcterms:modified>
</cp:coreProperties>
</file>